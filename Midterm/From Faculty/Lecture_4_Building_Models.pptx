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84" r:id="rId3"/>
    <p:sldId id="285" r:id="rId4"/>
    <p:sldId id="286" r:id="rId5"/>
    <p:sldId id="287" r:id="rId6"/>
    <p:sldId id="257" r:id="rId7"/>
    <p:sldId id="288" r:id="rId8"/>
    <p:sldId id="258" r:id="rId9"/>
    <p:sldId id="259" r:id="rId10"/>
    <p:sldId id="289" r:id="rId11"/>
    <p:sldId id="260" r:id="rId12"/>
    <p:sldId id="263" r:id="rId13"/>
    <p:sldId id="261" r:id="rId14"/>
    <p:sldId id="268" r:id="rId15"/>
    <p:sldId id="266" r:id="rId16"/>
    <p:sldId id="267" r:id="rId17"/>
    <p:sldId id="265" r:id="rId18"/>
    <p:sldId id="264" r:id="rId19"/>
    <p:sldId id="262" r:id="rId20"/>
    <p:sldId id="269" r:id="rId21"/>
    <p:sldId id="274" r:id="rId22"/>
    <p:sldId id="270" r:id="rId23"/>
    <p:sldId id="273" r:id="rId24"/>
    <p:sldId id="272" r:id="rId25"/>
    <p:sldId id="276" r:id="rId26"/>
    <p:sldId id="271" r:id="rId27"/>
    <p:sldId id="275" r:id="rId28"/>
    <p:sldId id="278" r:id="rId29"/>
    <p:sldId id="277" r:id="rId30"/>
    <p:sldId id="281" r:id="rId31"/>
    <p:sldId id="280" r:id="rId32"/>
    <p:sldId id="282" r:id="rId33"/>
    <p:sldId id="283" r:id="rId34"/>
    <p:sldId id="27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3" d="100"/>
          <a:sy n="83" d="100"/>
        </p:scale>
        <p:origin x="2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C272-F9D6-4DF0-841A-37297687214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2F4F-06D7-4030-AF2D-6B99C292B0E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14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C272-F9D6-4DF0-841A-37297687214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2F4F-06D7-4030-AF2D-6B99C292B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30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C272-F9D6-4DF0-841A-37297687214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2F4F-06D7-4030-AF2D-6B99C292B0E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33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C272-F9D6-4DF0-841A-37297687214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2F4F-06D7-4030-AF2D-6B99C292B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3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C272-F9D6-4DF0-841A-37297687214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2F4F-06D7-4030-AF2D-6B99C292B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337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C272-F9D6-4DF0-841A-37297687214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2F4F-06D7-4030-AF2D-6B99C292B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00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C272-F9D6-4DF0-841A-37297687214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2F4F-06D7-4030-AF2D-6B99C292B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63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E7AC272-F9D6-4DF0-841A-37297687214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292F4F-06D7-4030-AF2D-6B99C292B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4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C272-F9D6-4DF0-841A-37297687214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2F4F-06D7-4030-AF2D-6B99C292B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29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C272-F9D6-4DF0-841A-37297687214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2F4F-06D7-4030-AF2D-6B99C292B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096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C272-F9D6-4DF0-841A-37297687214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92F4F-06D7-4030-AF2D-6B99C292B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78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E7AC272-F9D6-4DF0-841A-372976872140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2292F4F-06D7-4030-AF2D-6B99C292B0E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077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5606-2D80-41A9-A1A0-920EDB03B1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Building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69029-BDA5-497C-B1C4-C3C434E492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Finding Patterns </a:t>
            </a:r>
          </a:p>
        </p:txBody>
      </p:sp>
    </p:spTree>
    <p:extLst>
      <p:ext uri="{BB962C8B-B14F-4D97-AF65-F5344CB8AC3E}">
        <p14:creationId xmlns:p14="http://schemas.microsoft.com/office/powerpoint/2010/main" val="993652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5DE9-03E8-4A8D-B947-06680674A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9A6CD7-5181-A708-05C6-459E388F6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313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C994A-F2B8-841B-8ADB-288693C16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EEA19-7F4C-F99F-FD48-C82F0BD97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E58FE-2A47-552F-6495-6D856D9AA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836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73F7-46CA-704B-AEA9-672190687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272D8-BD03-42E6-9BDD-1DFDCDA2F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3A6EC6-4D60-5CEF-A08D-80B43DBDE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904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85035-100B-F3B2-501E-BA26BBB8B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12AD8-B027-BA95-DF2A-3B5BCEE16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E70B95-5945-9210-F1B1-B37E03B09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706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5DE9-03E8-4A8D-B947-06680674A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92A5E-9119-4255-BD13-A3FADAE86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EA5BCC-9FCF-4BF3-ADFD-B745530DF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14297" cy="635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114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492B4-E6E1-B798-AE27-576AE4AC4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78423-BF7B-E2BD-4806-E3F81E1A9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EE4709-759F-B197-1DE2-99A89E8B8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402"/>
            <a:ext cx="12192000" cy="652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45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9CE5-F161-4E34-8E7D-8B7FF15C3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19B60-F1E2-49F7-9C4A-2837680CF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F1D37B-FDE5-4CD9-86E5-D7806E99B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8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930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5C3B6-B388-497F-836B-E33472802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440AE-FAF0-4737-A710-73E6738DF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EB32B8-BB4E-4093-A9A0-B5C8C9528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38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26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BA034-2C8C-1EA7-1956-36DD31307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45DF5-B79E-E1DA-EEB7-F48789E78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1B01B6-D063-C540-6DB8-1A0FFC432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3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2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CA92C-32BF-4D80-BBEF-FCE04C951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0AB18-BA94-4F74-BB12-F8CA602F2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9D8FD0-5DD9-41AA-810F-72BF2B8E3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788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8F5D6-04C0-4377-A670-0EA32EAF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B9B2E-833E-493D-8BB9-07BA84FD5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FFDAF2-B33A-4BC4-9A8B-B1AFE0B5B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33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233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7FAA0-35CA-4CF8-9CAE-B8DF72EA8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1956D-E9C8-40F1-84B9-745634576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DA2AA-CE92-4E69-935C-8753665D6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39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91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8719B-68A7-4EF1-A58E-7644E61E5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8AB34-5A3A-49C0-AD2C-6B616F639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ECB3E1-BDE6-4B03-ACAB-409B5FB1E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42"/>
            <a:ext cx="12192000" cy="633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952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3FCD9-8DD3-4A80-A8B0-355FC277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31DE37-2371-42EE-854F-AF2241BA85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4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658D0-72BF-440A-BD55-B43355988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00123B-93F9-423D-B256-2E99FF2458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6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F3C93-C546-4C52-9AAB-22F0E0582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B026C29-9FDC-448D-BD7E-3A090489B4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5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89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E4A67-A018-461F-A698-377E6C645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7AFA3EB-3F0E-498B-BE3F-4B2C13430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34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926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E1D1-F4A7-4129-9B66-7515EBADC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0B69D-44AD-45B4-9F13-214EDCD14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1AB0FA-4B2A-4340-85E0-B3A6D88F0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38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872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1D7F4-EBEF-475E-9DAF-819C125EA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2C58B5-43BF-4B66-BC98-34F54AACF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36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87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6FE96-3FB8-4F7E-91B3-B234E0649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4B414-0099-4869-B031-DECA05B3C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4C313B-4EB7-46ED-BB7C-9B8A46A82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6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010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96CB4-D59E-451F-81E9-53A19C586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58508-48E4-4824-8E54-62BF35A43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3167DF-84BC-43B8-A35D-1480089AD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83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B4666-01D7-47EE-9E77-4420EEB06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814FEE2-1700-40A3-9295-3BF1B2378D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7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071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F2EA9-591B-4CDA-8ED5-F1770EC66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8A9C5-81BA-4E9B-B06F-EC88077F2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797FDA-3ABB-4952-82BD-B1D7E9C50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42"/>
            <a:ext cx="12192000" cy="632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79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74E54-9CFD-4E84-95C2-BFBFFC797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178C34-98A8-4B93-A3D0-46C698A56B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5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720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E77AA-8981-49C9-8E01-B6DF0A23A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F50A47-70E2-489D-8DF9-B9DAB7EC7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1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509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CD2A3-3180-4915-94F9-950C9A2E5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DDF71-3B2E-46D3-9C8D-E8B548097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2AC032-6311-4253-BAED-DB63FB62C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54"/>
            <a:ext cx="12192000" cy="634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79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7D7BF-557C-491D-BCD4-750234A1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0ABEDB-5377-42F9-B383-5B16F62BF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49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351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5372D-D86D-4BBC-91A7-5D876C1D9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C4C8D-B1A8-47C5-B15D-961966B4C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675715-EBE9-4585-8565-56B49E8C7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"/>
            <a:ext cx="12192000" cy="633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188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0D792-D546-4A59-811F-147C61489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F946F3-8A74-48F5-9234-06C24DC32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30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801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83FE-1224-402F-A996-C64CE8BEF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2438C-1764-4C4F-8CFD-9576A58BA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767347-605E-4561-8F28-6BAB5A68A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21"/>
            <a:ext cx="12192000" cy="635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59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89A90-91F0-4F35-8B43-2860421E4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56CF6-BCE4-45A8-A91B-FC1981C02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92CAE9-B3A8-4BAC-81D1-EC4107695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9897"/>
            <a:ext cx="12192001" cy="635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077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2C60C-0CFB-4940-B545-5B9FB80D6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AC0F37-C2A2-4FB6-A27A-A267322CBE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35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30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B49D2D-676A-4C6A-A215-00D8CFBE85C6}"/>
              </a:ext>
            </a:extLst>
          </p:cNvPr>
          <p:cNvSpPr/>
          <p:nvPr/>
        </p:nvSpPr>
        <p:spPr>
          <a:xfrm>
            <a:off x="3916684" y="2795155"/>
            <a:ext cx="308917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4584070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193</TotalTime>
  <Words>6</Words>
  <Application>Microsoft Office PowerPoint</Application>
  <PresentationFormat>Widescreen</PresentationFormat>
  <Paragraphs>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Calibri</vt:lpstr>
      <vt:lpstr>Calibri Light</vt:lpstr>
      <vt:lpstr>Retrospect</vt:lpstr>
      <vt:lpstr>Building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TF-IDF Simple Document Search</dc:title>
  <dc:creator>DCL</dc:creator>
  <cp:lastModifiedBy>Nayeem Ahmed (nahmed2)</cp:lastModifiedBy>
  <cp:revision>10</cp:revision>
  <dcterms:created xsi:type="dcterms:W3CDTF">2024-07-11T10:25:03Z</dcterms:created>
  <dcterms:modified xsi:type="dcterms:W3CDTF">2024-09-16T05:55:53Z</dcterms:modified>
</cp:coreProperties>
</file>