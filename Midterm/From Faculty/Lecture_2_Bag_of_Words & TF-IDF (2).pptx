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73" r:id="rId37"/>
    <p:sldId id="275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1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3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00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6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4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2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1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2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6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4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7D4E0F-50CA-4A8B-9106-068119F19791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FE8588-57F9-4B0E-8305-184075E17D5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7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3BB2-7A08-4588-9ACC-BF1644E05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Bag-of-Words and Measuring Document Similarity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026CC-6306-4EB6-A53D-A24F11665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Feature selection and Extraction</a:t>
            </a:r>
          </a:p>
        </p:txBody>
      </p:sp>
    </p:spTree>
    <p:extLst>
      <p:ext uri="{BB962C8B-B14F-4D97-AF65-F5344CB8AC3E}">
        <p14:creationId xmlns:p14="http://schemas.microsoft.com/office/powerpoint/2010/main" val="264151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69CA-F1CC-4C6F-A106-67B89683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F339-FB7B-42DA-B382-DFB165BB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EA4A9-2840-48E6-950C-100AD1E41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0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253B-3D0A-4E2A-AFE5-FF971A16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489FA-0F31-4D53-ABAC-2FBADA4AF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" y="3818022"/>
            <a:ext cx="12184379" cy="3017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053C39-FEC1-4802-8262-198F11A1A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4379" cy="381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1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CC18-D256-45E4-A514-8F86896B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ECCC-BF15-4AB1-B3E4-781174D5E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F5611-D294-47C0-B552-99157E994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1"/>
            <a:ext cx="12203016" cy="643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2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6F43-3D22-48DA-9882-FA84B5EC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8E6C04-F1F6-4E33-9C85-4B00DCD19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9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DAE5-49C0-4550-8DA5-6E7EB16E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34C3-5D43-40A6-A392-550BB248D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A2E58-18F0-4EA8-82A0-A1BECA21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1621" cy="630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1A1E-CAA4-4EF4-9CF1-9BDE3658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56F7-1E74-43E8-879B-D27A77AC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F9460-071A-44A5-A970-D7164C266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40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CFA5-6B21-4D98-9A96-D3DE1E0D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DACC9-1955-442F-B3E1-710E15A5C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D2247-29A9-414D-AFFE-93E11D693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12"/>
            <a:ext cx="12192000" cy="627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5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6A6B-E16F-47F6-8F83-D66C5227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83BB91-BE23-4B91-9F38-BBE8DD590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5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00D1-FBF5-4465-B6A9-83971D6A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5A3386-4B75-4504-90DC-67C921B90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2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6454-124F-46E6-946D-CA75CEFB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B8B4-DC11-4491-ADB0-4C5D528A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5EA32-165D-4353-B9E3-7296E763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933"/>
            <a:ext cx="12192001" cy="634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4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F0B9-26F1-4C29-95E9-B31485B0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D9ABF-F1DF-4A90-A2AD-BF32D1E54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44E9D-2778-489C-BF4C-EE6123D26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50"/>
            <a:ext cx="11646568" cy="622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9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35B9-F54A-4E48-BE98-3358533D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AC812-1539-47FF-AFAB-977F6DFE3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18CCD-C0CF-46A8-A257-DC0D1F2E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75"/>
            <a:ext cx="12192000" cy="638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3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3C0F-A724-4679-A701-F942B985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1D725-A175-4040-BB95-079A0F7C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137FE-A4D2-4322-BAF1-5FC8FAAD4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29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1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9E00-5337-4047-BDE3-B55295FB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27BA5-5239-410D-BF5D-334B3A150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3068-D602-4D00-8D3C-9D74973A9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2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2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C87C-E6F3-4ADF-870A-1EB33411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19BBA5-8D07-4572-8840-157FCE167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20337" cy="657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7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8E58-09D3-49B2-8CD7-56583627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77501-CE59-4E36-AAF1-9FD067FE8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92951"/>
            <a:ext cx="10058400" cy="385387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B9046-C473-42AB-BFB0-71CF1742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2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E5B1-69DF-4263-A5DA-2CE855B2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F80013-233F-476E-9A43-81A1E0C70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63664" cy="62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7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0881181-CE69-65B7-11F8-76E38FD58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5F8D64-0B72-349A-D35A-B4223F505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963" y="758825"/>
            <a:ext cx="10058400" cy="3565525"/>
          </a:xfrm>
        </p:spPr>
        <p:txBody>
          <a:bodyPr/>
          <a:lstStyle/>
          <a:p>
            <a:r>
              <a:rPr lang="en-US" dirty="0"/>
              <a:t>TF-IDF and Simple Document Search</a:t>
            </a:r>
          </a:p>
        </p:txBody>
      </p:sp>
    </p:spTree>
    <p:extLst>
      <p:ext uri="{BB962C8B-B14F-4D97-AF65-F5344CB8AC3E}">
        <p14:creationId xmlns:p14="http://schemas.microsoft.com/office/powerpoint/2010/main" val="3399805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57E9-1579-33C8-49F3-DA1E512F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718-ADC6-D042-D616-2B901169D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04916-FDFB-508A-B674-C9223D7E6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320" y="0"/>
            <a:ext cx="1226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53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3AAE-8C25-5698-DD30-7985E7C1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4E08-6D57-C4BD-E23B-8BB336F93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5AB00-6E04-3BBE-182F-83956267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28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63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EB97-F49F-4044-E1E5-31BD0033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B8F5-1F60-4931-4334-243F11166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00CE200-320D-3AD8-EA0B-0F305CC98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22" y="0"/>
            <a:ext cx="12218822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71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AA7A-3CA2-EB6E-5CDB-F4A7EE0C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8F4F8-D215-7FA8-3034-45E22ABCF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9709E-94C7-DCDB-E4F8-2CE8524F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51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957D-0A08-15C9-29C7-DEEEC34E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7729-03A0-74C8-0DBE-B2473C2D3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1D4C947-FAA3-C1EF-FF6C-12FAE7194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1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9602-AB55-2811-CC6B-33208FB4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EE9A-1C95-C4CF-5FF0-21DEB4B2A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8B02370-0AF1-733F-5361-50F1311E3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217" cy="63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67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8789-01E3-B26E-F6AB-5E85A97D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69BC6-1FA5-D281-857A-24B67872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2DFD9-67E4-3B3D-58AA-B504C0C74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8326" cy="643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57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9111-8B19-8F5D-DAC8-199ABC61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77737-18A8-381C-A1CA-36CB4B37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D9A397B-1A0E-BE74-FD0B-05C1AB3FC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0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32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D766-7CF9-8B88-4B52-CDD25593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2020-FCD2-1470-46C1-4F390D2D0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6B757-1745-F615-C366-CF006362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3574"/>
            <a:ext cx="12192001" cy="62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70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C6D5-D3D9-562E-E47C-7EF0A8DE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5340C-65F6-1E0C-4191-47CFA0DE3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E75A6A8-3F47-0802-4DE4-B18F63A6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4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21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07CE-375D-FA32-DA15-C42DA073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1D82-90DD-A89B-3535-BAA0D7AFF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73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4C5A-825C-A4D5-CD8C-F94229AB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B66B6-363F-A93C-A1C0-A1605B096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97821"/>
          </a:xfrm>
        </p:spPr>
      </p:pic>
    </p:spTree>
    <p:extLst>
      <p:ext uri="{BB962C8B-B14F-4D97-AF65-F5344CB8AC3E}">
        <p14:creationId xmlns:p14="http://schemas.microsoft.com/office/powerpoint/2010/main" val="1009298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849A-473F-F665-D8CD-4D6C4DC9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4E10-0D56-41A8-579D-D680A8C1E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1E778-FDC4-4779-6EAD-A12E8790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6692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60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04AA-51A3-7D5C-1CDA-25574434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3B8FE-6E08-5AA8-9925-637D9A0F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223C40C-1047-DDAE-7BB1-8327CE2258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99" b="3535"/>
          <a:stretch/>
        </p:blipFill>
        <p:spPr>
          <a:xfrm>
            <a:off x="0" y="0"/>
            <a:ext cx="12192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37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4C5A-825C-A4D5-CD8C-F94229AB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30B0C-135D-D303-BFBF-1901B31AB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41200"/>
          </a:xfrm>
        </p:spPr>
      </p:pic>
    </p:spTree>
    <p:extLst>
      <p:ext uri="{BB962C8B-B14F-4D97-AF65-F5344CB8AC3E}">
        <p14:creationId xmlns:p14="http://schemas.microsoft.com/office/powerpoint/2010/main" val="797761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4C5A-825C-A4D5-CD8C-F94229AB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74D39-DD72-2EBD-09DA-DB483EDC4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36632"/>
          </a:xfrm>
        </p:spPr>
      </p:pic>
    </p:spTree>
    <p:extLst>
      <p:ext uri="{BB962C8B-B14F-4D97-AF65-F5344CB8AC3E}">
        <p14:creationId xmlns:p14="http://schemas.microsoft.com/office/powerpoint/2010/main" val="2586925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4C5A-825C-A4D5-CD8C-F94229AB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695C2C-F2C1-E1CE-7802-3CDBA2DDD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3029"/>
          </a:xfrm>
        </p:spPr>
      </p:pic>
    </p:spTree>
    <p:extLst>
      <p:ext uri="{BB962C8B-B14F-4D97-AF65-F5344CB8AC3E}">
        <p14:creationId xmlns:p14="http://schemas.microsoft.com/office/powerpoint/2010/main" val="2315918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D4D6EC-62B6-4BDC-8A02-2DDC84F87C20}"/>
              </a:ext>
            </a:extLst>
          </p:cNvPr>
          <p:cNvSpPr/>
          <p:nvPr/>
        </p:nvSpPr>
        <p:spPr>
          <a:xfrm>
            <a:off x="5519303" y="3244334"/>
            <a:ext cx="276787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00209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18</Words>
  <Application>Microsoft Office PowerPoint</Application>
  <PresentationFormat>Widescreen</PresentationFormat>
  <Paragraphs>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Calibri</vt:lpstr>
      <vt:lpstr>Calibri Light</vt:lpstr>
      <vt:lpstr>Retrospect</vt:lpstr>
      <vt:lpstr>Basic Bag-of-Words and Measuring Document Similarity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TF-IDF and Simple Document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Bag-of-Words and Measuring Document Similarity</dc:title>
  <dc:creator>DCL</dc:creator>
  <cp:lastModifiedBy>Nayeem Ahmed (nahmed2)</cp:lastModifiedBy>
  <cp:revision>11</cp:revision>
  <dcterms:created xsi:type="dcterms:W3CDTF">2024-07-11T08:33:41Z</dcterms:created>
  <dcterms:modified xsi:type="dcterms:W3CDTF">2026-06-05T05:04:03Z</dcterms:modified>
</cp:coreProperties>
</file>